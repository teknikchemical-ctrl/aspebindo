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FD_BG-002_Rev3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FD_BG-002_Rev3_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